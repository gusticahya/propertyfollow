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BFA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4DD0C4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Agent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Consulting &amp; Implementation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&amp; Property Business Growth Through Intelligent Automation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BFA5">
              <a:alpha val="20000"/>
            </a:srgbClr>
          </a:solidFill>
          <a:ln w="12700">
            <a:solidFill>
              <a:srgbClr val="00BFA5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4828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 · Lombok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56032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56032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56032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 &amp;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3504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Agent is an automation consulting and implementation service focused on villa and property businesses — increasing bookings, reducing manual workload, and streamlining operations.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Pain Points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56032" cy="25603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to inquiries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56032" cy="25603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38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Unfollowed leads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256032" cy="25603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87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 (unsynced calendars)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256032" cy="25603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35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dependency on manual admin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256032" cy="25603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584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guest communication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1417320"/>
            <a:ext cx="3840480" cy="502920"/>
          </a:xfrm>
          <a:prstGeom prst="rect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417320"/>
            <a:ext cx="54864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14356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Bookings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075688"/>
            <a:ext cx="3840480" cy="502920"/>
          </a:xfrm>
          <a:prstGeom prst="rect">
            <a:avLst/>
          </a:prstGeom>
          <a:solidFill>
            <a:srgbClr val="E74C3C">
              <a:alpha val="12000"/>
            </a:srgbClr>
          </a:solidFill>
          <a:ln w="12700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075688"/>
            <a:ext cx="54864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0939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Conversion Rates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734056"/>
            <a:ext cx="3840480" cy="502920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734056"/>
            <a:ext cx="54864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27523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Inefficiency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392424"/>
            <a:ext cx="3840480" cy="50292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392424"/>
            <a:ext cx="54864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4107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Guest Experience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5603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Response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inquiries automatically within seconds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5603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Follow-Up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followed up automatically — no missed opportunities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5603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Sync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synced across all platforms, zero double bookings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5603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Comms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guest communication throughout the journey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5603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🏖️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9184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Automation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workload across all villa operations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5603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FA5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insights for revenue and performance tracking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OFFERINGS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56032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92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auto-reply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51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quotation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36976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09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qualification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67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follow-up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0" y="91440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914400"/>
            <a:ext cx="2560320" cy="8229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9144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749040" y="914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+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System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1920240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892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Booking Engine features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83280" y="2578608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551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synchronization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83280" y="3236976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3209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 auto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83280" y="3895344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867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notifications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35040" y="91440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914400"/>
            <a:ext cx="2560320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9144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583680" y="914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Guest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System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1920240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892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previous features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17920" y="2578608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551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follow-up sequences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7920" y="3236976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209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journey automation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3895344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867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097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🏡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Villa Owners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units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owners wanting to grow bookings without hiring extra staff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56032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0" y="1097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🏢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Villa Businesses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331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3–15 units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scaling up and needing systematic operations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56032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1097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🏛️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722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Management Companies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2331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units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managing multiple properties across Bali &amp; Lombok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58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Geographic Focus: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8587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  ·  Lombok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2702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across Indonesia's premium property &amp; villa tourism market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65836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24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Bookings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1247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conversion rates from inquiries to confirmed bookings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01368"/>
            <a:ext cx="54864" cy="65836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74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Seconds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1874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response time from hours to near-instant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841248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51176"/>
            <a:ext cx="54864" cy="65836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24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26243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double bookings with real-time calendar sync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00984"/>
            <a:ext cx="841248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300984"/>
            <a:ext cx="54864" cy="65836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741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Less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337413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admin workload through intelligent automation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050792"/>
            <a:ext cx="841248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BFA5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50792"/>
            <a:ext cx="54864" cy="65836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239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5★ Reviews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3200" y="41239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guest experience with proactive communication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SETUP FEE  (One-time)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356616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5M – 15M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356616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06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15M – 40M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356616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2880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40M+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implementation complexity and value impact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9601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960120"/>
            <a:ext cx="3931920" cy="5943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005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MONTHLY RETAINER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500K – 10M+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02920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2999232"/>
            <a:ext cx="164592" cy="16459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monitoring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0" y="3383280"/>
            <a:ext cx="164592" cy="16459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3355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optimization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0" y="3767328"/>
            <a:ext cx="164592" cy="16459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37398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0" y="4151376"/>
            <a:ext cx="164592" cy="16459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41239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improvements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scale and complexity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94360" cy="59436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referrals, outbound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07992" y="1463040"/>
            <a:ext cx="137160" cy="2286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34440"/>
            <a:ext cx="594360" cy="59436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client situation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04288"/>
            <a:ext cx="41148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32888"/>
            <a:ext cx="594360" cy="59436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32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395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Lost Revenue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852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current gaps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07992" y="2761488"/>
            <a:ext cx="137160" cy="2286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04288"/>
            <a:ext cx="41148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32888"/>
            <a:ext cx="594360" cy="59436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32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2395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Potential Gain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2852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ROI opportunity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602736"/>
            <a:ext cx="41148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31336"/>
            <a:ext cx="594360" cy="59436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36941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Solution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1513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automation package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07992" y="4059936"/>
            <a:ext cx="137160" cy="2286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602736"/>
            <a:ext cx="41148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831336"/>
            <a:ext cx="594360" cy="59436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577840" y="36941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Value Pricing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77840" y="41513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 of generated value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3749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FA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64592" cy="16459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08483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current workflow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64592" cy="16459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6207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gaps &amp; bottlenecks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1426464"/>
            <a:ext cx="164592" cy="8229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005840"/>
            <a:ext cx="1920240" cy="3749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FA5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005840"/>
            <a:ext cx="1920240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0241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063240" y="1143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651760" y="2148840"/>
            <a:ext cx="164592" cy="16459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208483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automation workflows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51760" y="2926080"/>
            <a:ext cx="164592" cy="16459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7792" y="286207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tools &amp; integrations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1426464"/>
            <a:ext cx="164592" cy="8229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005840"/>
            <a:ext cx="1920240" cy="3749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FA5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005840"/>
            <a:ext cx="1920240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0241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166360" y="1143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54880" y="2148840"/>
            <a:ext cx="164592" cy="16459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08483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client systems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164592" cy="16459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86207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go-live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1426464"/>
            <a:ext cx="164592" cy="8229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1005840"/>
            <a:ext cx="1920240" cy="3749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BFA5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1005840"/>
            <a:ext cx="1920240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10241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269480" y="1143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858000" y="2148840"/>
            <a:ext cx="164592" cy="16459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208483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performance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2926080"/>
            <a:ext cx="164592" cy="16459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286207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COMPETITIVE ADVANTAGE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847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automation engine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313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messaging automation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7238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118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/ Airtable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🏨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922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Integrations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261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Airbnb, Booking.com &amp; more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463040"/>
            <a:ext cx="54864" cy="6858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40680" y="1527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focus on villa &amp; property sector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26771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267712"/>
            <a:ext cx="54864" cy="6858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4068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Outcome-based solutions (not just tools)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07238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072384"/>
            <a:ext cx="54864" cy="6858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3136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implementation turnaround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387705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877056"/>
            <a:ext cx="54864" cy="6858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40680" y="39410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ROI use cases, measurable results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 &amp; KEY METRICS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Roadmap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109728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581912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92224" y="15453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core templates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54480" y="2039112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92224" y="20025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first clients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393192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60320"/>
            <a:ext cx="109728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51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54480" y="2724912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92224" y="26883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systems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54480" y="3182112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92224" y="31455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case studies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393192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03320"/>
            <a:ext cx="109728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94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54480" y="3867912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92224" y="38313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sales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54480" y="4325112"/>
            <a:ext cx="146304" cy="146304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92224" y="42885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internal automation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1417320"/>
            <a:ext cx="3931920" cy="5760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1463040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Conversion Rate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2084832"/>
            <a:ext cx="3931920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0" y="2130552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Response Time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2752344"/>
            <a:ext cx="3931920" cy="5760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0" y="2798064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# of Bookings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419856"/>
            <a:ext cx="3931920" cy="57607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0" y="3465576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🏖️ Occupancy Rate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0" y="4087368"/>
            <a:ext cx="3931920" cy="5760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0" y="4133088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Client ROI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BFA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4DD0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Property Business?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Agent delivers measurable business outcomes for villa and property owners through intelligent automation systems that directly impact revenue and operational efficiency.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More bookings, less effort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21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Instant responses, automated follow-ups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056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Measurable ROI from day 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BFA5">
              <a:alpha val="20000"/>
            </a:srgbClr>
          </a:solidFill>
          <a:ln w="12700">
            <a:solidFill>
              <a:srgbClr val="00BFA5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Agent  ·  Bali &amp; Lombok  ·  Automation for Villa &amp; Property Businesses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Automation Agent</dc:title>
  <dc:subject>PptxGenJS Presentation</dc:subject>
  <dc:creator>PptxGenJS</dc:creator>
  <cp:lastModifiedBy>PptxGenJS</cp:lastModifiedBy>
  <cp:revision>1</cp:revision>
  <dcterms:created xsi:type="dcterms:W3CDTF">2026-04-25T14:57:50Z</dcterms:created>
  <dcterms:modified xsi:type="dcterms:W3CDTF">2026-04-25T14:57:50Z</dcterms:modified>
</cp:coreProperties>
</file>